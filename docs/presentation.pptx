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сделали тренажёр для проводников ВСМ, где ошибаться можно. Проводник проходит рабочие ситуации на время, видит последствия и растёт по уровням, как студент Школы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проблемы из ТЗ. Каждую закрывает конкретная механика, покажу по порядку.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Медицинский инцидент: пассажиру плохо, до станции 25 минут. 10 секунд на решение. Принести воды - пассажир доволен, лояльность растёт, но безопасность падает. Шкалы специально спорят, иначе это был бы тест с очевидным ответом.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Школа 21 учит без лекций: проекты, проверки друг друга, уровни, племена. Эта модель ложится на проводников один в один.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механика. Тест показывает, что человек знает правильный вариант. А как он скажет это пассажиру - оценивает коллега по чек-листу.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смены: новый уровень, открылся сценарий «Задымление», три достижения. Племя Нева на втором месте. Радар навыков показывает, что пора освежить.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язык руководителя: не «прошёл курс», а «на этом шаге половина бригады ошибается, вот что они выбирают».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Телефон проигрывает сценарий движком, сервер пересчитывает тем же движком по логу решений. Подделать очки нельзя. Всё self-hosted, данные сотрудников не покидают контур - это ответ на 152-ФЗ.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слайд с планами: всё это работает и покрыто тестами.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Готовы к пилоту: docker compose в контуре перевозчика, сценарии утверждает эксперт. Демо: проводник 4471, руководитель 1001, пароль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28016" cy="128016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28016" cy="128016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548640"/>
            <a:ext cx="128016" cy="128016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548640"/>
            <a:ext cx="128016" cy="128016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548640"/>
            <a:ext cx="128016" cy="128016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548640"/>
            <a:ext cx="128016" cy="128016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548640"/>
            <a:ext cx="128016" cy="128016"/>
          </a:xfrm>
          <a:prstGeom prst="rect">
            <a:avLst/>
          </a:prstGeom>
          <a:solidFill>
            <a:srgbClr val="27316A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548640"/>
            <a:ext cx="128016" cy="128016"/>
          </a:xfrm>
          <a:prstGeom prst="rect">
            <a:avLst/>
          </a:prstGeom>
          <a:solidFill>
            <a:srgbClr val="2731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9144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Тренажёр проводника ВСМ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2860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ситуации на время, разбор каждого решения и прогресс по модели Школы 21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 Московского транспорта · Задача 4 «Геймификация для ВСМ»</a:t>
            </a:r>
            <a:endParaRPr lang="en-US" sz="1200" dirty="0"/>
          </a:p>
        </p:txBody>
      </p:sp>
      <p:pic>
        <p:nvPicPr>
          <p:cNvPr id="13" name="Image 0" descr="C:\Users\dqdqd\AppData\Local\Temp\claude\c--dev-39-hackathon----------------------------------------------------\5f2a3f54-179d-487a-9333-fb078781992a\scratchpad\deck\02-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11480"/>
            <a:ext cx="200702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Формулировки заказчика из ТЗ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38528"/>
            <a:ext cx="146304" cy="146304"/>
          </a:xfrm>
          <a:prstGeom prst="rect">
            <a:avLst/>
          </a:prstGeom>
          <a:solidFill>
            <a:srgbClr val="FF6B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470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Лекции не учат действовать в стрессе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Проводник на 400 км/ч решает за секунды. Тест проверяет знание, а не решение под давлением.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938528"/>
            <a:ext cx="146304" cy="146304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18470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безопасной среды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240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Нештатную ситуацию нельзя отработать на реальных пассажирах.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493008"/>
            <a:ext cx="146304" cy="146304"/>
          </a:xfrm>
          <a:prstGeom prst="rect">
            <a:avLst/>
          </a:prstGeom>
          <a:solidFill>
            <a:srgbClr val="2FD4A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4015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Гибкие навыки трудно оценить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94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проводник говорит с пассажиром - тестом не проверить.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32918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3493008"/>
            <a:ext cx="146304" cy="146304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20640" y="34015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мотивация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794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воспринимается как обязанность, а не как рост.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в тренажёре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сценария, написанных по открытым алгоритмам Минздрава и МЧС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38528"/>
            <a:ext cx="146304" cy="146304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470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50292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88336"/>
            <a:ext cx="146304" cy="146304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5968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на время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90088"/>
            <a:ext cx="50292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3697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438144"/>
            <a:ext cx="146304" cy="146304"/>
          </a:xfrm>
          <a:prstGeom prst="rect">
            <a:avLst/>
          </a:prstGeom>
          <a:solidFill>
            <a:srgbClr val="FF6B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34670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шкалы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39896"/>
            <a:ext cx="50292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187952"/>
            <a:ext cx="146304" cy="146304"/>
          </a:xfrm>
          <a:prstGeom prst="rect">
            <a:avLst/>
          </a:prstGeom>
          <a:solidFill>
            <a:srgbClr val="2FD4A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0965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489704"/>
            <a:ext cx="50292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1847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 в вагоне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25968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Таймер 10-15 секунд. Не успел - тоже решение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33467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лояльность пассажира спорят друг с другом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40965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решение: верно, допустимо или ошибка - и почему</a:t>
            </a:r>
            <a:endParaRPr lang="en-US" sz="1150" dirty="0"/>
          </a:p>
        </p:txBody>
      </p:sp>
      <p:pic>
        <p:nvPicPr>
          <p:cNvPr id="24" name="Image 0" descr="C:\Users\dqdqd\AppData\Local\Temp\claude\c--dev-39-hackathon----------------------------------------------------\5f2a3f54-179d-487a-9333-fb078781992a\scratchpad\deck\03-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11480"/>
            <a:ext cx="200702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Геймификация как в Школе 21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механика отвечает на проблему из ТЗ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01368"/>
            <a:ext cx="146304" cy="146304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и уровни до 21-го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6916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за зачёт, повтор даёт 10% - тренироваться полезно, фармить нет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46304" cy="146304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2219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сценариев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22199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линии ВСМ: следующая станция открывается после зачёта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862072"/>
            <a:ext cx="146304" cy="146304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523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Взаимная проверка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75234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ответ проверяет коллега по чек-листу за баллы проверки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146304" cy="146304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2826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Племена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28269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Нева, Волга, Валдай, Ильмень - сквозь депо, сезонный рейтинг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22776"/>
            <a:ext cx="146304" cy="146304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813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Навыки выветриваются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8130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Радар из 6 навыков, без практики 30 дней - пора освежить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453128"/>
            <a:ext cx="146304" cy="146304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343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Коины и магазин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43434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Значок, кружка, приоритет выбора смены - каталог настраивает HR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Взаимная проверка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«гибкие навыки трудно оценить»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38528"/>
            <a:ext cx="146304" cy="146304"/>
          </a:xfrm>
          <a:prstGeom prst="rect">
            <a:avLst/>
          </a:prstGeom>
          <a:solidFill>
            <a:srgbClr val="2FD4A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470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вопрос после сценария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«Пассажир снимает вас на телефон и требует фамилию. Что вы ответите?» Ответ проверяет коллега, который сам зачёл сценарий, по чек-листу из 4 пунктов. Анонимно.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218688"/>
            <a:ext cx="146304" cy="146304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12724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как в Школе 21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20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Отправить ответ стоит 1 балл проверки. Заработать балл можно только проверив коллегу. Нельзя только брать - опытные становятся наставниками сами.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43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XP  ·  +5 коинов  ·  +1 балл за проверку</a:t>
            </a:r>
            <a:endParaRPr lang="en-US" sz="1400" dirty="0"/>
          </a:p>
        </p:txBody>
      </p:sp>
      <p:pic>
        <p:nvPicPr>
          <p:cNvPr id="13" name="Image 0" descr="C:\Users\dqdqd\AppData\Local\Temp\claude\c--dev-39-hackathon----------------------------------------------------\5f2a3f54-179d-487a-9333-fb078781992a\scratchpad\deck\05-peer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11480"/>
            <a:ext cx="200702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виден каждый день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Уровень, племя, навыки</a:t>
            </a:r>
            <a:endParaRPr lang="en-US" sz="1400" dirty="0"/>
          </a:p>
        </p:txBody>
      </p:sp>
      <p:pic>
        <p:nvPicPr>
          <p:cNvPr id="4" name="Image 0" descr="C:\Users\dqdqd\AppData\Local\Temp\claude\c--dev-39-hackathon----------------------------------------------------\5f2a3f54-179d-487a-9333-fb078781992a\scratchpad\deck\04-debr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1859136" cy="4023360"/>
          </a:xfrm>
          <a:prstGeom prst="rect">
            <a:avLst/>
          </a:prstGeom>
        </p:spPr>
      </p:pic>
      <p:pic>
        <p:nvPicPr>
          <p:cNvPr id="5" name="Image 1" descr="C:\Users\dqdqd\AppData\Local\Temp\claude\c--dev-39-hackathon----------------------------------------------------\5f2a3f54-179d-487a-9333-fb078781992a\scratchpad\deck\06-trib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914400"/>
            <a:ext cx="1859136" cy="4023360"/>
          </a:xfrm>
          <a:prstGeom prst="rect">
            <a:avLst/>
          </a:prstGeom>
        </p:spPr>
      </p:pic>
      <p:pic>
        <p:nvPicPr>
          <p:cNvPr id="6" name="Image 2" descr="C:\Users\dqdqd\AppData\Local\Temp\claude\c--dev-39-hackathon----------------------------------------------------\5f2a3f54-179d-487a-9333-fb078781992a\scratchpad\deck\07-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914400"/>
            <a:ext cx="1859136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видит, где ошибаются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по реальным решениям, а не по оценкам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6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ошибаются на шаге «Пассажир не реагирует». Чаще всего выбирают «ждать начальника поезда».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576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самых трудных шагов - готовая повестка очных разборов с наставником. Плюс доля зачётов по сценариям и сравнение депо.</a:t>
            </a:r>
            <a:endParaRPr lang="en-US" sz="1250" dirty="0"/>
          </a:p>
        </p:txBody>
      </p:sp>
      <p:pic>
        <p:nvPicPr>
          <p:cNvPr id="7" name="Image 0" descr="C:\Users\dqdqd\AppData\Local\Temp\claude\c--dev-39-hackathon----------------------------------------------------\5f2a3f54-179d-487a-9333-fb078781992a\scratchpad\deck\08-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11480"/>
            <a:ext cx="200702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монолит, всё поднимается одной командой docker compose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31B3D"/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8288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работает без сети, ставится на телефон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737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31B3D"/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8288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NestJS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пересчёт по логу, опыт, проверки, аналитика, Swagger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31B3D"/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8288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начислений, версии сценариев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20240" y="347472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131B3D"/>
          </a:solidFill>
          <a:ln w="19050">
            <a:solidFill>
              <a:srgbClr val="2FD4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5740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сценариев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TypeScript-пакет для телефона и сервера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347472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131B3D"/>
          </a:solidFill>
          <a:ln w="19050">
            <a:solidFill>
              <a:srgbClr val="FFB5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и LMS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с xAPI-записью и подписью HMAC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34640" y="2423160"/>
            <a:ext cx="548640" cy="0"/>
          </a:xfrm>
          <a:prstGeom prst="line">
            <a:avLst/>
          </a:prstGeom>
          <a:noFill/>
          <a:ln w="19050">
            <a:solidFill>
              <a:srgbClr val="8C98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60720" y="2423160"/>
            <a:ext cx="548640" cy="0"/>
          </a:xfrm>
          <a:prstGeom prst="line">
            <a:avLst/>
          </a:prstGeom>
          <a:noFill/>
          <a:ln w="19050">
            <a:solidFill>
              <a:srgbClr val="8C98C4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Проверено, а не обещано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автотестов движка и сервера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проверок безопасности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демо проходит через HTTP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внешних сервисов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47288"/>
            <a:ext cx="146304" cy="146304"/>
          </a:xfrm>
          <a:prstGeom prst="rect">
            <a:avLst/>
          </a:prstGeom>
          <a:solidFill>
            <a:srgbClr val="2FD4A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3558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 поезде без связи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лежат на телефоне, результат встаёт в очередь и уходит при появлении сети.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47288"/>
            <a:ext cx="146304" cy="146304"/>
          </a:xfrm>
          <a:prstGeom prst="rect">
            <a:avLst/>
          </a:prstGeom>
          <a:solidFill>
            <a:srgbClr val="FF6B8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20640" y="33558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рейтинг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после таймера, чужой шаг, несовпадение очков - попытка не засчитана.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к внедрению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месяц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21408"/>
            <a:ext cx="146304" cy="146304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299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на одной бригаде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проводников, 4 сценария плюс 3 по реальным инцидентам ВСМ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месяц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121408"/>
            <a:ext cx="146304" cy="146304"/>
          </a:xfrm>
          <a:prstGeom prst="rect">
            <a:avLst/>
          </a:prstGeom>
          <a:solidFill>
            <a:srgbClr val="2FD4A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49040" y="20299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от методологов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423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- скрипт собирает и проверяет граф. Без программистов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31B3D"/>
          </a:solidFill>
          <a:ln w="12700">
            <a:solidFill>
              <a:srgbClr val="2731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21408"/>
            <a:ext cx="146304" cy="146304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20299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423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и система обучения через xAPI, вход через корпоративный SSO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в тренажёре ничего не стоит. В вагоне - стоит.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2026-09-27T19:20:36Z</dcterms:created>
  <dcterms:modified xsi:type="dcterms:W3CDTF">2026-09-27T19:20:36Z</dcterms:modified>
</cp:coreProperties>
</file>